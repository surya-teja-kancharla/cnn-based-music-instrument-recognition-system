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Merriweather Sans" panose="020F0502020204030204" pitchFamily="2" charset="0"/>
      <p:regular r:id="rId13"/>
    </p:embeddedFont>
    <p:embeddedFont>
      <p:font typeface="Merriweather Sans Bold" panose="020B0604020202020204" charset="0"/>
      <p:regular r:id="rId14"/>
    </p:embeddedFont>
    <p:embeddedFont>
      <p:font typeface="Monda" panose="020B0604020202020204" charset="0"/>
      <p:regular r:id="rId15"/>
    </p:embeddedFont>
    <p:embeddedFont>
      <p:font typeface="Monda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55840" y="2051444"/>
            <a:ext cx="14595024" cy="109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InstruNet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1000" y="3789707"/>
            <a:ext cx="14466001" cy="762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CNN-Based Music Instrument Recognition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0210" y="6673987"/>
            <a:ext cx="144660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Presented By:</a:t>
            </a:r>
            <a:r>
              <a:rPr lang="en-US" sz="33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K. Surya Teja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32005" y="5228774"/>
            <a:ext cx="13823990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End-to-End Audio Analysis and Instrument Detection using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653176" y="7668033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5" y="0"/>
                </a:lnTo>
                <a:lnTo>
                  <a:pt x="305991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835146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Table of 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3033" y="2651125"/>
            <a:ext cx="9059827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Problem Statement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Dataset and Challenges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System Architecture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 and Pipeline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Results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UI and Deployment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6782265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54882" y="-101219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8140649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76892" y="959485"/>
            <a:ext cx="15149524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923" y="2527249"/>
            <a:ext cx="16538377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Identifying instruments in a music track is crucial for tasks such as audio tagging, remixing, indexing, and recommendation systems. Manual labeling of instruments is time consuming and error-prone.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InstruNet AI aims to automatically detect instruments in a music track using Convolutional Neural Networks (CNNs) applied to audio spectrograms.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08872" y="-82741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346534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93611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725503" y="8490032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959485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Dataset and Challenges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0849" y="2240456"/>
            <a:ext cx="675477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Dataset Characteristics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667" y="3396332"/>
            <a:ext cx="16828633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The Instrument classes present in the dataset are cello, clarinet, flute, acoustic guitar, electric guitar, organ, piano, saxophone, trumpet, violin, and human singing voice.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The dataset is split into 2 parts: the training and the testing parts. The audio samples are present in .wav format.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The training part consists of 6705 samples and the testing part consists of 2874 audio samples.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808872" y="-82741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346534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93611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725503" y="8490032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959485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Dataset and Challenges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1874" y="1913849"/>
            <a:ext cx="3153489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Challenges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667" y="3003550"/>
            <a:ext cx="16828633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Training data is single labelled with the samples of 11 different instruents, while testing data is polyphonic with samples of more than one instrument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There is a high class imbalance across instruments making a highly important challenge to be addressed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There are overlapping timbral characteristics between instruments like acoustic guitar and electric guitar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20090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718284" y="720090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5" y="0"/>
                </a:lnTo>
                <a:lnTo>
                  <a:pt x="305991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13497" y="1991599"/>
            <a:ext cx="12861005" cy="7527132"/>
          </a:xfrm>
          <a:custGeom>
            <a:avLst/>
            <a:gdLst/>
            <a:ahLst/>
            <a:cxnLst/>
            <a:rect l="l" t="t" r="r" b="b"/>
            <a:pathLst>
              <a:path w="12861005" h="7527132">
                <a:moveTo>
                  <a:pt x="0" y="0"/>
                </a:moveTo>
                <a:lnTo>
                  <a:pt x="12861006" y="0"/>
                </a:lnTo>
                <a:lnTo>
                  <a:pt x="12861006" y="7527133"/>
                </a:lnTo>
                <a:lnTo>
                  <a:pt x="0" y="75271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79" b="-483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53385" y="704930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2493" y="-101219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8019315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88935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02961" y="7882358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563562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 and Pipeline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9002" y="1567900"/>
            <a:ext cx="16227703" cy="858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Audio Pipeline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Stereo to mono conversion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Resampling to 16 kHz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Silence trimming and normalization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Segmentation into 3-second windows with 50% overlap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CNN trained on log-mel spectrograms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Multi-label classification using Sigmoid activation and Binary Cross Entropy loss function 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Regularization (L2, Dropout) for better generalization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2493" y="-101219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8019315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88935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02961" y="7882358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742459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87880"/>
            <a:ext cx="16741822" cy="717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59"/>
              </a:lnSpc>
            </a:pPr>
            <a:r>
              <a:rPr lang="en-US" sz="43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Model Performance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Evaluated using Micro F1-score, Macro F1-score, and ROC-AUC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Temporal aggregation improved stability and reduced false positives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algn="just">
              <a:lnSpc>
                <a:spcPts val="6159"/>
              </a:lnSpc>
            </a:pPr>
            <a:r>
              <a:rPr lang="en-US" sz="43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Outcome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Reliable detection of multiple instruments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Confidence-based outputs aligned with human perception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Consistent clip-level predictions from segment-level inference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2493" y="-101219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8019315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88935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02961" y="7882358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167640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UI and Deployment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4019" y="952500"/>
            <a:ext cx="16514873" cy="973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Streamlit Application</a:t>
            </a:r>
          </a:p>
          <a:p>
            <a:pPr marL="863603" lvl="1" indent="-431801" algn="l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Secure session-based login</a:t>
            </a:r>
          </a:p>
          <a:p>
            <a:pPr marL="863603" lvl="1" indent="-431801" algn="l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Audio playback, waveform, and spectrogram visualization</a:t>
            </a:r>
          </a:p>
          <a:p>
            <a:pPr marL="863603" lvl="1" indent="-431801" algn="l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Clear detected-instrument summary with confidence bars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  <a:endParaRPr lang="en-US" sz="4000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Exports</a:t>
            </a:r>
          </a:p>
          <a:p>
            <a:pPr marL="863603" lvl="1" indent="-431801" algn="l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JSON: Structured, machine-readable results</a:t>
            </a:r>
          </a:p>
          <a:p>
            <a:pPr marL="863603" lvl="1" indent="-431801" algn="l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PDF: Human-readable report with interpretation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  <a:endParaRPr lang="en-US" sz="4000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algn="l">
              <a:lnSpc>
                <a:spcPts val="6160"/>
              </a:lnSpc>
              <a:spcBef>
                <a:spcPct val="0"/>
              </a:spcBef>
            </a:pPr>
            <a:r>
              <a:rPr lang="en-US" sz="4400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UX Principles</a:t>
            </a:r>
          </a:p>
          <a:p>
            <a:pPr marL="949961" lvl="1" indent="-474980" algn="l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 raw tensors shown and thresholds hidden from UI</a:t>
            </a:r>
          </a:p>
          <a:p>
            <a:pPr marL="949961" lvl="1" indent="-474980" algn="l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Clear separation of input and output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  <a:endParaRPr lang="en-US" sz="4400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2493" y="-1012190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8019315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88935" y="-1229216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02961" y="7882358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17780" y="742459"/>
            <a:ext cx="11228195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Conclusion and Future Scope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0286" y="1847666"/>
            <a:ext cx="15243183" cy="8007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Conclusion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Successfully built an end-to-end audio ML system from dataset to deployment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Combined deep learning with interpretability and user-centric design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Future Scope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dirty="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Transformer-based audio models for long-term temporal learning</a:t>
            </a: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Training </a:t>
            </a:r>
            <a:r>
              <a:rPr lang="en-US" sz="3999" dirty="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on larger and more diverse music datasets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 dirty="0">
              <a:solidFill>
                <a:srgbClr val="050E9B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46488" y="3962424"/>
            <a:ext cx="14595024" cy="212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Custom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Merriweather Sans Bold</vt:lpstr>
      <vt:lpstr>Calibri</vt:lpstr>
      <vt:lpstr>Arial</vt:lpstr>
      <vt:lpstr>Monda</vt:lpstr>
      <vt:lpstr>Monda Bold</vt:lpstr>
      <vt:lpstr>Merriweather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InstruNet AI</dc:title>
  <cp:lastModifiedBy>Surya Teja Kancharla</cp:lastModifiedBy>
  <cp:revision>2</cp:revision>
  <dcterms:created xsi:type="dcterms:W3CDTF">2006-08-16T00:00:00Z</dcterms:created>
  <dcterms:modified xsi:type="dcterms:W3CDTF">2026-01-21T17:05:54Z</dcterms:modified>
  <dc:identifier>DAG_B0t9rZk</dc:identifier>
</cp:coreProperties>
</file>